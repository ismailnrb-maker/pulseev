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PulseEV Proposal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3B82F6"/>
                </a:solidFill>
                <a:latin typeface="Segoe UI"/>
              </a:defRPr>
            </a:pPr>
            <a:r>
              <a:t>Enterprise EV Fleet Lifecycle Intelligence &amp; Compliance</a:t>
            </a:r>
          </a:p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CONFIDENTIAL BRIEFING FOR CEO &amp; CBO • PULSEEV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The Core Problem: Legacy EV Lifecycle Chaos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Compliance &amp; RTO Penalties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Delivered vehicles operating without active plates cause severe transport regulatory auditing risks, fines, and operational delays.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Safety &amp; Recall Exposure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Conducting battery campaign swaps without rigid serial-number matching voids manufacturer warranties and exposes the firm to liability.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Operational Maintenance Gaps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Manual scheduling systems miss critical milestone checks (1K, 5K, 10K, 20K km) because they fail to track real-time odometer readings.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The Solution: PulseEV Central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Unified Source of Truth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Consolidates odometer mileage history, scheduled service packages, recall campaigns, and plate registrations in a single, central database.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Strict Validation Rules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Enforces typo-safe dropdown parameters (models, statuses, booleans) to maintain data hygiene and verify matching serial numbers.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4873752" cy="2565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Measurable Business 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0% Compliance Delays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Automating document staging and plate logging speeds up the registry pipeline, getting vehicles on the road faster.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100% Serialization Audits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Logs and matches retired vs. replacement battery pack serial numbers, preserving thousands of dollars in warranty assets.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Active Odometer Analytics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Predicts service schedules based on daily driving trends, closing service backlogs and expanding vehicle longevity.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Role-Based Workspaces for Your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Fleet Directors Dashboard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Access high-level visual charts, progress metrics, and recall campaign completion rates in real-time.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Support Ops Smart Search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Audit specific vehicles instantly via a global '/' hotkey search querying VIN, customer name, or phone number.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Field Service Technicians Form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Simple dialog boxes to input completed services, log odometer readings, and report battery swaps.</a:t>
            </a:r>
          </a:p>
        </p:txBody>
      </p:sp>
      <p:pic>
        <p:nvPicPr>
          <p:cNvPr id="4" name="Picture 3" descr="veh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4873752" cy="2565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Built to Scale: Bulk Excel/CSV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Validating Spreadsheet Templates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Includes instructions, required columns, and data dictionary guidelines to ensure accurate data entry.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Input Validation Warnings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Restricts parameters like model names (CT2/CO1) to prevent database entry typos.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Zero-Friction In-Browser Upload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Processes .xlsx and .csv files: matches and updates mileage for existing VINs, and registers new vehicle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Enterprise-Grade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FastAPI Backend Framework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High-performance Python API server with secure JWT authentication, bcrypt encryption, and SQLAlchemy ORM.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Vanilla JavaScript SPA Frontend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Clean, bundle-free client design. Uses local caching to support offline access and local backups.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Flexible Multi-DB Integrations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Supports local SQLite databases for developer testing and Neon PostgreSQL for production environments.</a:t>
            </a:r>
          </a:p>
        </p:txBody>
      </p:sp>
      <p:pic>
        <p:nvPicPr>
          <p:cNvPr id="4" name="Picture 3" descr="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4873752" cy="2565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Proof of Concept: 200-Vehicle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Seeded Evaluation Fleet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Features 200 pre-seeded customer records to demonstrate system responsiveness and database performance under scale.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Service Center &amp; Technician Assignments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Audits odometer logs, completed km milestones, and technician assignments.</a:t>
            </a:r>
          </a:p>
          <a:p>
            <a:pPr>
              <a:spcBef>
                <a:spcPts val="1400"/>
              </a:spcBef>
              <a:defRPr sz="1800" b="1">
                <a:solidFill>
                  <a:srgbClr val="1E3A8A"/>
                </a:solidFill>
                <a:latin typeface="Segoe UI"/>
              </a:defRPr>
            </a:pPr>
            <a:r>
              <a:t>• Recall Campaigns Tracker</a:t>
            </a:r>
          </a:p>
          <a:p>
            <a:pPr>
              <a:spcAft>
                <a:spcPts val="800"/>
              </a:spcAft>
              <a:defRPr sz="1350">
                <a:solidFill>
                  <a:srgbClr val="334155"/>
                </a:solidFill>
                <a:latin typeface="Segoe UI"/>
              </a:defRPr>
            </a:pPr>
            <a:r>
              <a:t>  Tracks retired battery serials, replacement status, and signed customer sign-offs.</a:t>
            </a:r>
          </a:p>
        </p:txBody>
      </p:sp>
      <p:pic>
        <p:nvPicPr>
          <p:cNvPr id="4" name="Picture 3" descr="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4873752" cy="25651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Let's Drive Your EV Operations Forward</a:t>
            </a:r>
          </a:p>
          <a:p>
            <a:pPr algn="ctr">
              <a:spcAft>
                <a:spcPts val="30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We are ready to schedule a 15-minute operational briefing or deploy a live Proof of Concept (PoC) using your templates.</a:t>
            </a:r>
          </a:p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Contact: ismail@pulseev-operations.com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